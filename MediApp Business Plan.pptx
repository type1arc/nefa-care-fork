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3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651920"/>
            <a:ext cx="571500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2244179"/>
            <a:ext cx="8501062" cy="1226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0" sz="4200" i="0" u="none">
                <a:solidFill>
                  <a:srgbClr val="F8FAFC"/>
                </a:solidFill>
                <a:latin typeface="Plus Jakarta Sans ExtraBold"/>
              </a:rPr>
              <a:t>MediApp: Next-Gen Healthcare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699420"/>
            <a:ext cx="6477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Building integrated medical access, delivery, teleconsultation, and hospital infrastructure for Arunachal Pradesh and Northeast India.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520279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1663154"/>
            <a:ext cx="2109787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STRATEGIC BUSINESS PLAN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1634579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4928145"/>
            <a:ext cx="21240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Target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137695"/>
            <a:ext cx="21240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1F5F9"/>
                </a:solidFill>
                <a:latin typeface="Plus Jakarta Sans"/>
              </a:rPr>
              <a:t>Arunachal Pradesh &amp; NE India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90875" y="4928145"/>
            <a:ext cx="26384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Core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90875" y="5137695"/>
            <a:ext cx="26384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1F5F9"/>
                </a:solidFill>
                <a:latin typeface="Plus Jakarta Sans"/>
              </a:rPr>
              <a:t>Tech + Physical Healthcare Network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776537"/>
            <a:ext cx="2600325" cy="22002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425" y="2776537"/>
            <a:ext cx="2600325" cy="2200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2776537"/>
            <a:ext cx="2600325" cy="2200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2075" y="2776537"/>
            <a:ext cx="2600325" cy="22002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MARKET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42950"/>
            <a:ext cx="115214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Critical Healthcare Gaps in Arunachal Pradesh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3052762"/>
            <a:ext cx="3810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5825" y="3586162"/>
            <a:ext cx="2150268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Zero Doctor Visibility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881437"/>
            <a:ext cx="204787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Patients travel blind without knowing doctor availability or specialties.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6650" y="3052762"/>
            <a:ext cx="381000" cy="381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76650" y="3586162"/>
            <a:ext cx="2150268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Medicine Shortages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6650" y="3881437"/>
            <a:ext cx="204787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Unpredictable drug supply forces long, fruitless pharmacy hunts.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7475" y="3052762"/>
            <a:ext cx="381000" cy="381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67475" y="3586162"/>
            <a:ext cx="2150268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Inter-State Travel Burden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7475" y="4100512"/>
            <a:ext cx="204787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Patients forced to spend heavily traveling to metro cities for basic tests.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8300" y="3052762"/>
            <a:ext cx="381000" cy="381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258300" y="3586162"/>
            <a:ext cx="2150268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Chaotic Hospital Waiting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8300" y="4100512"/>
            <a:ext cx="204787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Hours wasted in hospital queues with zero wait-time estimates.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125" y="3157537"/>
            <a:ext cx="152400" cy="1714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71900" y="3157537"/>
            <a:ext cx="190500" cy="1714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8437" y="3157537"/>
            <a:ext cx="219075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63075" y="3157537"/>
            <a:ext cx="17145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533650"/>
            <a:ext cx="5372100" cy="12287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2533650"/>
            <a:ext cx="5372100" cy="1228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990975"/>
            <a:ext cx="5372100" cy="12287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3990975"/>
            <a:ext cx="5372100" cy="12287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THE MEDIAPP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42950"/>
            <a:ext cx="115214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Complete Healthcare Solutions Portfolio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2809875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2809875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4267200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525" y="4267200"/>
            <a:ext cx="45720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987" y="2943225"/>
            <a:ext cx="142875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33525" y="2809875"/>
            <a:ext cx="4150518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Live Doctor &amp; Pharmacy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3525" y="3086100"/>
            <a:ext cx="39528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Real-time presence, specialty tracking, and stock visibility.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96062" y="2943225"/>
            <a:ext cx="238125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134225" y="2809875"/>
            <a:ext cx="438054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Doorstep Medicine 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4225" y="3086100"/>
            <a:ext cx="41719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Direct fulfillment from central stock and local pharmacy partners.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4887" y="4400550"/>
            <a:ext cx="219075" cy="190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33525" y="4267200"/>
            <a:ext cx="438054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Teleconsultation &amp; Queuing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3525" y="4543425"/>
            <a:ext cx="41719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Encrypted video consultations and dynamic wait-time calculation.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05587" y="4400550"/>
            <a:ext cx="219075" cy="190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34225" y="4267200"/>
            <a:ext cx="428053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Franchise Hospital Upgrades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4225" y="4543425"/>
            <a:ext cx="40767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Asset-light equipment upgrades and specialist onboarding.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STRATEGIC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42950"/>
            <a:ext cx="115214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Competitive Landscape Advantage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2628900"/>
            <a:ext cx="10972800" cy="24955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2628900"/>
          <a:ext cx="10963273" cy="2495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910482"/>
                <a:gridCol w="3071812"/>
                <a:gridCol w="2604343"/>
                <a:gridCol w="2376636"/>
              </a:tblGrid>
              <a:tr h="49911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Feature / Domain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22D3EE"/>
                          </a:solidFill>
                          <a:latin typeface="Plus Jakarta Sans"/>
                        </a:rPr>
                        <a:t>MediApp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Practo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Apollo 24/7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9110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 SemiBold"/>
                        </a:rPr>
                        <a:t>Focus Region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D9488"/>
                          </a:solidFill>
                          <a:latin typeface="Plus Jakarta Sans"/>
                        </a:rPr>
                        <a:t>Arunachal Pradesh &amp; NE India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National Tier 1 / Tier 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National Metros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9110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 SemiBold"/>
                        </a:rPr>
                        <a:t>Doctor Live Availability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D9488"/>
                          </a:solidFill>
                          <a:latin typeface="Plus Jakarta Sans"/>
                        </a:rPr>
                        <a:t>Real-Time Location Tracking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Static Appointments Only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In-House Doctors Only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9110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 SemiBold"/>
                        </a:rPr>
                        <a:t>Home Visits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D9488"/>
                          </a:solidFill>
                          <a:latin typeface="Plus Jakarta Sans"/>
                        </a:rPr>
                        <a:t>Home-to-Home Local Doctors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Not Supported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Not Supported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9110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 SemiBold"/>
                        </a:rPr>
                        <a:t>Hospital Infrastructure Model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D9488"/>
                          </a:solidFill>
                          <a:latin typeface="Plus Jakarta Sans"/>
                        </a:rPr>
                        <a:t>Franchise Equipment Partner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Pure Software Listing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Owned Hospitals Only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925" y="1971675"/>
            <a:ext cx="5324475" cy="3810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71662"/>
            <a:ext cx="5305425" cy="1209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271837"/>
            <a:ext cx="5305425" cy="1209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672012"/>
            <a:ext cx="5305425" cy="12096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CORE MODULE 01 &amp;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42950"/>
            <a:ext cx="115214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Live Doctor Tracking &amp; Express Medicine Delivery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981200"/>
            <a:ext cx="5305425" cy="3790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5825" y="2147887"/>
            <a:ext cx="499062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Live Doctor Location &amp;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2443162"/>
            <a:ext cx="47529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Displays active hospital presence, room status, and experience for complete transparency.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548062"/>
            <a:ext cx="499062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Real-Time Drug Availability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843337"/>
            <a:ext cx="47529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Locates specific medications across local drug houses and suggests cheaper safe alternatives.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948237"/>
            <a:ext cx="499062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Hybrid Delivery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5243512"/>
            <a:ext cx="47529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Fulfilled via central warehouse stock and rapid delivery from partnered local retail shops.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796629"/>
            <a:ext cx="5264794" cy="216009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194" y="2066925"/>
            <a:ext cx="5403205" cy="990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9194" y="3209925"/>
            <a:ext cx="5403205" cy="1162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9194" y="4524375"/>
            <a:ext cx="5403205" cy="11620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CORE 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42950"/>
            <a:ext cx="115214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Diet &amp; Health Plan (Membership Business)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3177629"/>
            <a:ext cx="4502794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PREMIUM REVENUE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3463379"/>
            <a:ext cx="4502794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0" sz="4200" i="0" u="none">
                <a:solidFill>
                  <a:srgbClr val="F8FAFC"/>
                </a:solidFill>
                <a:latin typeface="Plus Jakarta Sans ExtraBold"/>
              </a:rPr>
              <a:t>₹20k - ₹30k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4149179"/>
            <a:ext cx="4502794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Annual subscription pricing covering customized diet, gym passes, and dedicated trainer guidance.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419" y="2343150"/>
            <a:ext cx="5093292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Personalized Wellness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419" y="2609850"/>
            <a:ext cx="485075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Tailored diet charts based on body parameters, lifestyle, and health targets.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419" y="3486150"/>
            <a:ext cx="5093292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Local Gym &amp; Trainer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419" y="3752850"/>
            <a:ext cx="485075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Partnerships with regional fitness centers to drive trainer income and app stickiness.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419" y="4800600"/>
            <a:ext cx="5093292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High-Margin Business Unit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419" y="5067300"/>
            <a:ext cx="485075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Net profit retained after paying trainer fees (₹6k–10k) and partner gym fees (₹4k–7k).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71675"/>
            <a:ext cx="5324475" cy="3810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975" y="1781175"/>
            <a:ext cx="5305425" cy="1428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975" y="3400425"/>
            <a:ext cx="5305425" cy="1190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6975" y="4781550"/>
            <a:ext cx="5305425" cy="11906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CORE MODULE 04 &amp;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42950"/>
            <a:ext cx="115214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Smart Appointment Queuing &amp; Teleconsultations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1981200"/>
            <a:ext cx="5305425" cy="3790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53200" y="2057400"/>
            <a:ext cx="499062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66534"/>
                </a:solidFill>
                <a:latin typeface="Plus Jakarta Sans"/>
              </a:rPr>
              <a:t>Smart Wait-Time Formula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200" y="2333625"/>
            <a:ext cx="475297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15803D"/>
                </a:solidFill>
                <a:latin typeface="Plus Jakarta Sans"/>
              </a:rPr>
              <a:t>Estimated Wait = (Patients Ahead) × 7 mins.</a:t>
            </a:r>
            <a:r>
              <a:t>
</a:t>
            </a:r>
            <a:r>
              <a:rPr b="0" sz="1125" i="0" u="none">
                <a:solidFill>
                  <a:srgbClr val="15803D"/>
                </a:solidFill>
                <a:latin typeface="Plus Jakarta Sans"/>
              </a:rPr>
              <a:t> Eliminates hospital overcrowding by keeping patients informed at home.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3676650"/>
            <a:ext cx="499062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Encrypted Video &amp; Chat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3952875"/>
            <a:ext cx="47529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In-app video consultations built in compliance with India's Telemedicine Guidelines 2020.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5057775"/>
            <a:ext cx="499062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Automated Booking Fees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5334000"/>
            <a:ext cx="47529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Flat ₹50 platform service fee per appointment and consultation booked.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925" y="1971675"/>
            <a:ext cx="5324475" cy="3810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71662"/>
            <a:ext cx="5305425" cy="1209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271837"/>
            <a:ext cx="5305425" cy="1209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672012"/>
            <a:ext cx="5305425" cy="12096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CORE 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42950"/>
            <a:ext cx="115214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Hospital Franchise &amp; Equipment Network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981200"/>
            <a:ext cx="5305425" cy="3790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5825" y="2147887"/>
            <a:ext cx="499062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Asset-Light Facility Upgrades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2443162"/>
            <a:ext cx="47529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Upgrading existing hospitals with advanced diagnostic machinery instead of building from scratch.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548062"/>
            <a:ext cx="499062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Tiered Technology Placement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843337"/>
            <a:ext cx="47529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High-end diagnostic gear in capital hubs; essential machines placed in rural centers.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948237"/>
            <a:ext cx="499062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Regional Expansion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5243512"/>
            <a:ext cx="47529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Scaling from Arunachal → Nagaland → Mizoram → Rest of Northeast India.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95537"/>
            <a:ext cx="10972800" cy="15430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205287"/>
            <a:ext cx="3505200" cy="1152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4205287"/>
            <a:ext cx="3505200" cy="1152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4205287"/>
            <a:ext cx="3505200" cy="11525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COMMUNITY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42950"/>
            <a:ext cx="115214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MediApp Foundation &amp; Emergency Fundraisers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2738437"/>
            <a:ext cx="750093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FFFFFF"/>
                </a:solidFill>
                <a:latin typeface="Plus Jakarta Sans ExtraBold"/>
              </a:rPr>
              <a:t>100% Transparent Surgery Crowdfunding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138487"/>
            <a:ext cx="71437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CFBF1"/>
                </a:solidFill>
                <a:latin typeface="Plus Jakarta Sans"/>
              </a:rPr>
              <a:t>Direct verification and fundraising for low-income patients requiring emergency surgeries, backed by public video stories.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500" y="2790825"/>
            <a:ext cx="1143000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3600" i="0" u="none">
                <a:solidFill>
                  <a:srgbClr val="FFFFFF"/>
                </a:solidFill>
                <a:latin typeface="Plus Jakarta Sans ExtraBold"/>
              </a:rPr>
              <a:t>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0" y="337185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CCFBF1"/>
                </a:solidFill>
                <a:latin typeface="Plus Jakarta Sans"/>
              </a:rPr>
              <a:t>Fee Before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4481512"/>
            <a:ext cx="3100387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Zero Profit Margin Pre-Target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738687"/>
            <a:ext cx="29527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100% of initial donations go directly toward hospital and medical expenses.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4481512"/>
            <a:ext cx="3100387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MediApp Health Fund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4738687"/>
            <a:ext cx="29527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Surplus donations fund future emergency treatments for underprivileged patients.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3425" y="4481512"/>
            <a:ext cx="3100387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Organic Brand 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4738687"/>
            <a:ext cx="29527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Builds immense public trust and local goodwill, drastically cutting marketing acquisition costs.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195637"/>
            <a:ext cx="2628900" cy="13620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900" y="3195637"/>
            <a:ext cx="2628900" cy="1362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195637"/>
            <a:ext cx="2628900" cy="1362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00" y="3195637"/>
            <a:ext cx="2628900" cy="13620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CORE 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42950"/>
            <a:ext cx="115214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Partner-Based Diagnostic &amp; Lab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500437"/>
            <a:ext cx="20764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D9488"/>
                </a:solidFill>
                <a:latin typeface="Plus Jakarta Sans ExtraBold"/>
              </a:rPr>
              <a:t>STEP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719512"/>
            <a:ext cx="218027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App Booking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976687"/>
            <a:ext cx="20764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Patient books diagnostic test on MediApp.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7125" y="3500437"/>
            <a:ext cx="20764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D9488"/>
                </a:solidFill>
                <a:latin typeface="Plus Jakarta Sans ExtraBold"/>
              </a:rPr>
              <a:t>STEP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7125" y="3719512"/>
            <a:ext cx="218027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Lab Dispatch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7125" y="3976687"/>
            <a:ext cx="20764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Partner lab technician collects home sample.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3500437"/>
            <a:ext cx="20764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D9488"/>
                </a:solidFill>
                <a:latin typeface="Plus Jakarta Sans ExtraBold"/>
              </a:rPr>
              <a:t>STEP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3719512"/>
            <a:ext cx="218027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Digital Upload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8425" y="3976687"/>
            <a:ext cx="20764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Report automatically syncs to patient app profile.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9725" y="3500437"/>
            <a:ext cx="20764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D9488"/>
                </a:solidFill>
                <a:latin typeface="Plus Jakarta Sans ExtraBold"/>
              </a:rPr>
              <a:t>STEP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9725" y="3719512"/>
            <a:ext cx="218027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Doctor Forward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9725" y="3976687"/>
            <a:ext cx="20764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Instant report sharing with treating specialist.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66157"/>
            <a:ext cx="3505200" cy="162103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3066157"/>
            <a:ext cx="3505200" cy="16210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0" y="3066157"/>
            <a:ext cx="3505200" cy="16210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REVENUE STREAMS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42950"/>
            <a:ext cx="115214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Monetization Engine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742432"/>
            <a:ext cx="310038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Platform Commissions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4037707"/>
            <a:ext cx="29527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₹50 per consultation + 10-25% diagnostic commission + delivery surcharges.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742432"/>
            <a:ext cx="310038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Diet Memberships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4037707"/>
            <a:ext cx="29527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High-margin ₹20,000–₹30,000 annual plans bundled with trainer access.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742432"/>
            <a:ext cx="310038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B2B &amp; Franchises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4037707"/>
            <a:ext cx="29527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Machine usage fees, sponsored listings, and hospital franchise royalties.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3380482"/>
            <a:ext cx="171450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9625" y="3380482"/>
            <a:ext cx="257175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425" y="3380482"/>
            <a:ext cx="17145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2075" y="4477642"/>
            <a:ext cx="1847850" cy="4667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57850" y="1913632"/>
            <a:ext cx="876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D9488"/>
                </a:solidFill>
                <a:latin typeface="Plus Jakarta Sans"/>
              </a:rPr>
              <a:t>THE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45468" y="2199382"/>
            <a:ext cx="8501062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0" sz="3600" i="0" u="none">
                <a:solidFill>
                  <a:srgbClr val="F8FAFC"/>
                </a:solidFill>
                <a:latin typeface="Plus Jakarta Sans ExtraBold"/>
              </a:rPr>
              <a:t>Transforming Northeast India's Healthcare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0" y="3525142"/>
            <a:ext cx="6477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Connecting patients, doctors, pharmacies, and hospitals into one seamless, accessible infrastructure.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2340292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2400" i="0" u="none">
                <a:solidFill>
                  <a:srgbClr val="1E293B"/>
                </a:solidFill>
                <a:latin typeface="Plus Jakarta Sans ExtraBold"/>
              </a:rPr>
              <a:t>Image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1811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9526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9431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9431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7146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7146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23975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1362075"/>
            <a:ext cx="7772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https://cdn.dribbble.com/userupload/48822245/file/f4660a65643bc464b88a8b75bb0b43dd.png?resize=752x&amp;vertical=center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1562100"/>
            <a:ext cx="16097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dribbble.com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95500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6875" y="2133600"/>
            <a:ext cx="62674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https://www.vrhhealthcare.com/_next/image?url=%2Fassets%2Fhero-telemedicine.png&amp;w=3840&amp;q=75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2333625"/>
            <a:ext cx="2362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www.vrhhealthcare.com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67025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2905125"/>
            <a:ext cx="4800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https://files.alphasophia.com/lp/b2f6362f-1d65-41ff-adcf-74dc96401b80.png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3105150"/>
            <a:ext cx="2266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www.alphasophia.com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